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85C98-BB8E-42C5-AEAB-0E3602F4B147}" v="3" dt="2026-01-30T15:40:11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3" autoAdjust="0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4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deel Elawady" userId="e155d48c-0f22-4a9d-a4c4-ab1d34fc368f" providerId="ADAL" clId="{3D5E0E4D-FD0C-4455-9E0C-BAE203459CBE}"/>
    <pc:docChg chg="modSld modMainMaster">
      <pc:chgData name="Hadeel Elawady" userId="e155d48c-0f22-4a9d-a4c4-ab1d34fc368f" providerId="ADAL" clId="{3D5E0E4D-FD0C-4455-9E0C-BAE203459CBE}" dt="2026-01-30T15:40:11.410" v="2"/>
      <pc:docMkLst>
        <pc:docMk/>
      </pc:docMkLst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5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5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5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5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6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7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8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29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0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1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8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29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0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1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2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3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4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5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6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7"/>
        </pc:sldMkLst>
      </pc:sldChg>
      <pc:sldChg chg="modTransition">
        <pc:chgData name="Hadeel Elawady" userId="e155d48c-0f22-4a9d-a4c4-ab1d34fc368f" providerId="ADAL" clId="{3D5E0E4D-FD0C-4455-9E0C-BAE203459CBE}" dt="2026-01-30T15:40:11.410" v="2"/>
        <pc:sldMkLst>
          <pc:docMk/>
          <pc:sldMk cId="0" sldId="338"/>
        </pc:sldMkLst>
      </pc:sldChg>
      <pc:sldMasterChg chg="modTransition modSldLayout">
        <pc:chgData name="Hadeel Elawady" userId="e155d48c-0f22-4a9d-a4c4-ab1d34fc368f" providerId="ADAL" clId="{3D5E0E4D-FD0C-4455-9E0C-BAE203459CBE}" dt="2026-01-30T13:39:33.824" v="1"/>
        <pc:sldMasterMkLst>
          <pc:docMk/>
          <pc:sldMasterMk cId="0" sldId="2147483648"/>
        </pc:sldMasterMkLst>
        <pc:sldLayoutChg chg="modTransition">
          <pc:chgData name="Hadeel Elawady" userId="e155d48c-0f22-4a9d-a4c4-ab1d34fc368f" providerId="ADAL" clId="{3D5E0E4D-FD0C-4455-9E0C-BAE203459CBE}" dt="2026-01-30T13:39:33.824" v="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21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2011680"/>
            <a:ext cx="1645920" cy="1005840"/>
          </a:xfrm>
          <a:prstGeom prst="ellips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749040" y="2240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Henkel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people ask</a:t>
            </a:r>
            <a:endParaRPr lang="en-US" sz="4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people ask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we're from...</a:t>
            </a:r>
            <a:endParaRPr lang="en-US" sz="4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56032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56032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02336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56032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02336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🇱🇰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56032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02336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🇱🇰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94944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🇩🇪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   🇪🇬    🇫🇷    🇱🇰    🇩🇪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...it's complicated.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HENKEL</a:t>
            </a:r>
            <a:endParaRPr 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HENKEL GCC</a:t>
            </a:r>
            <a:endParaRPr 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GCC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[INSERT GCC MAP - FULL SCREEN]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18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60M</a:t>
            </a:r>
            <a:endParaRPr lang="en-US" sz="1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60M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SAUDI ARABIA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35.3M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2103120" y="3657600"/>
            <a:ext cx="493776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566160" y="3657600"/>
            <a:ext cx="201168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KUWAIT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4.9M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977640" y="3657600"/>
            <a:ext cx="118872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4297680" y="3657600"/>
            <a:ext cx="54864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BAHRAIN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1.6M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4434840" y="3657600"/>
            <a:ext cx="27432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2.7M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4480560" y="3657600"/>
            <a:ext cx="182880" cy="2743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 of GCC business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24M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CONSUMERS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ARE THEY?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45920" cy="164592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1645920" cy="164592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Expat Arabs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645920" cy="164592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Expat Asians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1645920" cy="164592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70408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Expat West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 EXPATS IN UAE &amp; QATAR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COUNTRIES.</a:t>
            </a:r>
            <a:endParaRPr lang="en-US" sz="5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COUNTRIES.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MARKET.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COUNTRIES.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MARKET.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ENDLESS OPPORTUNITY.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But...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here's the thing...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of 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actually from here?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0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Zero.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Zero. None. Not a single one.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come from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come from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everywhere else.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   🇪🇬    🇫🇷    🇱🇰    🇩🇪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   🇪🇬    🇫🇷    🇱🇰    🇩🇪</a:t>
            </a:r>
            <a:endParaRPr lang="en-US" sz="5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COUNTRY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COUNTRY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COUNTRIES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RUSSIA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Manager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 Russia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🇪🇬🇩🇪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🇪🇬🇩🇪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&amp; GERMANY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(TONSY)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[Title]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🇪🇬🇩🇪  Egypt &amp; Germany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FRANCE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NICOLAS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[Title]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  France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🇱🇰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🇱🇰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SRI LANKA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[Title]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🇱🇰  Sri Lanka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[Title]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  Egypt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1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again! 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(That's 3 Egyptians!)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0" cy="2560320"/>
          </a:xfrm>
          <a:prstGeom prst="ellipse">
            <a:avLst/>
          </a:prstGeom>
          <a:solidFill>
            <a:srgbClr val="E8E8E8"/>
          </a:solidFill>
          <a:ln w="5080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[Title]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  Egypt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91440" cy="164592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at Henkel: [X years]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 fact: [Add fun fact here]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Hobby: [Add hobby here]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   🇪🇬    🇫🇷    🇱🇰    🇩🇪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GCC</a:t>
            </a:r>
            <a:endParaRPr 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GCC TEAM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roots.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roots.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mission.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MENAT</a:t>
            </a:r>
            <a:endParaRPr lang="en-US" sz="8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164592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200400" y="21945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Henkel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GCC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On-screen Show (16:9)</PresentationFormat>
  <Paragraphs>256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Henkel GCC - A Country of Countries</dc:title>
  <dc:subject>PptxGenJS Presentation</dc:subject>
  <dc:creator>Hadeel</dc:creator>
  <cp:lastModifiedBy>Hadeel Elawady</cp:lastModifiedBy>
  <cp:revision>1</cp:revision>
  <dcterms:created xsi:type="dcterms:W3CDTF">2026-01-30T13:25:54Z</dcterms:created>
  <dcterms:modified xsi:type="dcterms:W3CDTF">2026-01-30T15:40:22Z</dcterms:modified>
</cp:coreProperties>
</file>